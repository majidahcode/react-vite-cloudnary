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986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EEB068A-2B95-4762-8DF7-8203B3ED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D4DADF4F-A075-4FF9-85A8-2968DA393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6F71F78-0DA3-48A3-9C0B-B8769D829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256CB4A-9BF2-4C2D-ACFD-AD0B7ACA5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AEEF3A1-07D6-48FD-8641-023A37F78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9323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5F89442-F934-4CE1-840A-DB7D4E985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A2DF4BF-7E09-4869-9C48-2297F9576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C13A934-803E-48C7-AC41-CC2E9A74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FC0D292-6012-44B3-BF54-363A2CB7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504A3C2-D3DF-4FA8-991D-F790D506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9301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6637085-ED9D-443B-A498-0BCBEF6D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8AF0465-FC6C-48F5-BFAC-ABDCCF723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6589198-200F-4542-8F97-A561B4FB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6E4D971-5E8C-4205-BCF2-176EAC8D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2E63DEF-8128-4115-AF45-A02297DD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6589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F60AE46-6D97-4F51-9A87-EF82A82F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E3207F5-B3AD-4B85-A3AA-4B6A071F2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DC7591A8-96EB-43BE-976E-CDF4E82BA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856535D9-40C4-4036-9E19-FA4F20CAE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FD137C5-B697-4595-BB82-9C7A8B09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10991D96-2025-44D4-8917-E31BCCFC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87341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CD3087-5D8A-4F2E-8494-77AE1B81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7B0F134-F789-4AB6-8E1C-E353C4538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3C0194B-344B-4B59-AB7B-2D9EA3A74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B7CE5509-53A9-436D-8581-E02AEDA8F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894FD0C8-E817-4331-9EA3-6F7D555ED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C0560C8E-D4F5-469E-AB4E-D4D85A64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69E173B9-3A6E-4BA0-9F87-27E08871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55B55165-3CFB-48B6-82CA-F739EC3E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8629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BD226DB-4F29-499B-9B2A-788A7FAA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644230B6-E150-434A-B37C-5187C871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100E99FF-472C-41FD-A740-1F125F65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C84EE8C3-F7FA-4781-ADB0-EEC0E8532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8164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936BDB8-8158-4FB3-B9D7-8965F0FD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C07461C-9CEB-4CDF-95C7-8A32F7A3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DBAECDE-C95E-42BD-865E-ABDD09CF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39104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BE7EA49-B432-4C02-A8F7-D7B514958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553A6BA-49F6-4EB7-9C30-3FDE3D0E0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6242933B-9C40-451C-9BA8-D3FF585F0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8B94DE11-3163-4C49-809E-5E36FFCB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7A06E38-D7D8-4E30-8D60-9293237E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C729F57-B53E-4AF1-942B-2AFCAEC2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6545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EE8710-D41E-4C26-9F76-93F2BB1C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5F38AB55-2F1F-47DA-8A03-EEF6F8B54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BB6BD58-EA50-4A83-BE38-AFE424619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0B9ADE9-6409-443A-A88D-6FA3206C4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DCC460A-8DD9-4D0B-9BA0-950D1892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2CFCFF43-11C2-4F80-9521-306F3BD1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68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AAD728A-8091-44A8-A968-AF20A12B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54EFC5E7-0144-4720-AB87-CD83F2D97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34CBDFC-3178-4BA9-8F10-EFB39B02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C826D01-5119-4546-8D64-993D5700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BB35889-01A1-4134-841F-F57C63D5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6373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886B462D-3EC8-4F7C-889D-30BD1C5D5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58BB060B-9394-4368-9221-EF68A6568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B683E96-7675-4BFA-B086-CD2B14F6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C615288-0B0B-49BA-A7CD-8BBA44C36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36FFAD9-D084-4141-AB66-23529C3E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1008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66473872-F2BC-4E2C-9C4A-9B0E9819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ABAEABA-FA1C-4EEE-8AA7-A8C341E4B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FCF7562-1EDE-4EBE-BB95-E3F2F537C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6BC04-076A-4D8D-906D-B02D16B30977}" type="datetimeFigureOut">
              <a:rPr lang="ar-SA" smtClean="0"/>
              <a:t>25/08/46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39DB9C8-56F8-4BD6-A006-77F5DAE0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0D6529E-70DA-4598-9756-481A8EC74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B4083-38FB-4B9F-A898-102ADE89B9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8836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ACD2019-ADA9-467E-A8DA-0C3299580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ECEB0E9B-71B5-473B-A743-144E14D09B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134AA257-2A92-4E63-BDDA-F928578DC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20753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1C014D23-A9C2-4060-A081-C5FBAE29D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896" y="3678177"/>
            <a:ext cx="3464208" cy="2057460"/>
          </a:xfrm>
          <a:prstGeom prst="flowChartConnector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41283657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شاشة عريضة</PresentationFormat>
  <Paragraphs>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نسق Office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majidah nabil</dc:creator>
  <cp:lastModifiedBy>majidah nabil</cp:lastModifiedBy>
  <cp:revision>2</cp:revision>
  <dcterms:created xsi:type="dcterms:W3CDTF">2025-02-23T15:17:13Z</dcterms:created>
  <dcterms:modified xsi:type="dcterms:W3CDTF">2025-02-23T15:57:29Z</dcterms:modified>
</cp:coreProperties>
</file>